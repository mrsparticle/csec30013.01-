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8" r:id="rId6"/>
    <p:sldId id="259" r:id="rId7"/>
    <p:sldId id="261" r:id="rId8"/>
    <p:sldId id="262" r:id="rId9"/>
    <p:sldId id="265" r:id="rId10"/>
    <p:sldId id="263" r:id="rId11"/>
    <p:sldId id="260" r:id="rId12"/>
    <p:sldId id="264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E5FB-F9C8-4230-BDC5-96A1B9D13E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1886-0AA2-42F4-AC21-6FF2D93579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E5FB-F9C8-4230-BDC5-96A1B9D13E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1886-0AA2-42F4-AC21-6FF2D93579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E5FB-F9C8-4230-BDC5-96A1B9D13E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1886-0AA2-42F4-AC21-6FF2D93579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E5FB-F9C8-4230-BDC5-96A1B9D13E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1886-0AA2-42F4-AC21-6FF2D93579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E5FB-F9C8-4230-BDC5-96A1B9D13E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1886-0AA2-42F4-AC21-6FF2D93579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E5FB-F9C8-4230-BDC5-96A1B9D13E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1886-0AA2-42F4-AC21-6FF2D93579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E5FB-F9C8-4230-BDC5-96A1B9D13E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1886-0AA2-42F4-AC21-6FF2D93579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E5FB-F9C8-4230-BDC5-96A1B9D13E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1886-0AA2-42F4-AC21-6FF2D93579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E5FB-F9C8-4230-BDC5-96A1B9D13E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1886-0AA2-42F4-AC21-6FF2D93579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E5FB-F9C8-4230-BDC5-96A1B9D13E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1886-0AA2-42F4-AC21-6FF2D93579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E5FB-F9C8-4230-BDC5-96A1B9D13E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1886-0AA2-42F4-AC21-6FF2D93579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CE5FB-F9C8-4230-BDC5-96A1B9D13E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21886-0AA2-42F4-AC21-6FF2D935791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Ethereum Emulation Lab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Emulation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6922" y="1825625"/>
            <a:ext cx="10306878" cy="4351338"/>
          </a:xfrm>
        </p:spPr>
        <p:txBody>
          <a:bodyPr/>
          <a:lstStyle/>
          <a:p>
            <a:r>
              <a:rPr lang="en-US" altLang="zh-CN" dirty="0"/>
              <a:t>To feel how it works</a:t>
            </a:r>
            <a:endParaRPr lang="en-US" altLang="zh-CN" dirty="0"/>
          </a:p>
          <a:p>
            <a:r>
              <a:rPr lang="en-US" altLang="zh-CN" dirty="0"/>
              <a:t>To know how exactly it works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Without disturbing the block chain in production</a:t>
            </a:r>
            <a:endParaRPr lang="en-US" altLang="zh-CN" dirty="0"/>
          </a:p>
          <a:p>
            <a:r>
              <a:rPr lang="en-US" altLang="zh-CN" dirty="0"/>
              <a:t>Without waiting too long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Ethereum Emulator</a:t>
            </a: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1842604" y="4145169"/>
            <a:ext cx="2551044" cy="11993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/>
              <a:t>Internet Emulator</a:t>
            </a:r>
            <a:endParaRPr lang="zh-CN" altLang="en-US" sz="3200" b="1" dirty="0"/>
          </a:p>
        </p:txBody>
      </p:sp>
      <p:sp>
        <p:nvSpPr>
          <p:cNvPr id="5" name="矩形: 圆角 4"/>
          <p:cNvSpPr/>
          <p:nvPr/>
        </p:nvSpPr>
        <p:spPr>
          <a:xfrm>
            <a:off x="1842604" y="2730500"/>
            <a:ext cx="2551044" cy="11993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/>
              <a:t>Ethereum Emulator</a:t>
            </a:r>
            <a:endParaRPr lang="zh-CN" altLang="en-US" sz="3200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378" y="3292269"/>
            <a:ext cx="4547456" cy="20765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PoW vs PoS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Bitcoin</a:t>
            </a:r>
            <a:endParaRPr lang="en-US" altLang="zh-CN"/>
          </a:p>
          <a:p>
            <a:pPr lvl="1"/>
            <a:r>
              <a:rPr lang="en-US" altLang="zh-CN"/>
              <a:t>Proof of Work</a:t>
            </a:r>
            <a:endParaRPr lang="en-US" altLang="zh-CN"/>
          </a:p>
          <a:p>
            <a:pPr lvl="1"/>
            <a:r>
              <a:rPr lang="en-US" altLang="zh-CN"/>
              <a:t>A randomly chosen miner gets the right to propose a new block</a:t>
            </a:r>
            <a:endParaRPr lang="en-US" altLang="zh-CN"/>
          </a:p>
          <a:p>
            <a:pPr lvl="1"/>
            <a:r>
              <a:rPr lang="en-US" altLang="zh-CN"/>
              <a:t>The probability is related to the computing capability devoted.</a:t>
            </a:r>
            <a:endParaRPr lang="en-US" altLang="zh-CN"/>
          </a:p>
          <a:p>
            <a:pPr lvl="0"/>
            <a:r>
              <a:rPr lang="en-US" altLang="zh-CN"/>
              <a:t>ETH</a:t>
            </a:r>
            <a:endParaRPr lang="en-US" altLang="zh-CN"/>
          </a:p>
          <a:p>
            <a:pPr lvl="1"/>
            <a:r>
              <a:rPr lang="en-US" altLang="zh-CN"/>
              <a:t>Proof of Stake</a:t>
            </a:r>
            <a:endParaRPr lang="en-US" altLang="zh-CN"/>
          </a:p>
          <a:p>
            <a:pPr lvl="1"/>
            <a:r>
              <a:rPr lang="en-US" altLang="zh-CN"/>
              <a:t>Nodes pledge their coins to join the chain</a:t>
            </a:r>
            <a:endParaRPr lang="en-US" altLang="zh-CN"/>
          </a:p>
          <a:p>
            <a:pPr lvl="1"/>
            <a:r>
              <a:rPr lang="en-US" altLang="zh-CN"/>
              <a:t>A randomly chosen node gets the right to propose a new block (validator)</a:t>
            </a:r>
            <a:endParaRPr lang="en-US" altLang="zh-CN"/>
          </a:p>
          <a:p>
            <a:pPr lvl="1"/>
            <a:r>
              <a:rPr lang="en-US" altLang="zh-CN"/>
              <a:t>The propobility is related to the coins pledged.</a:t>
            </a:r>
            <a:endParaRPr lang="en-US" altLang="zh-CN"/>
          </a:p>
          <a:p>
            <a:pPr lvl="1"/>
            <a:r>
              <a:rPr lang="en-US" altLang="zh-CN"/>
              <a:t>The validator gets interests if honestly varified the transactions or gets slashing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Docker Preparation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Even the plan with least nodes, i.e., emulator_10</a:t>
            </a:r>
            <a:endParaRPr lang="en-US" altLang="zh-CN" dirty="0"/>
          </a:p>
          <a:p>
            <a:pPr lvl="1"/>
            <a:r>
              <a:rPr lang="en-US" altLang="zh-CN" dirty="0"/>
              <a:t>It has 121 containers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You see emulation nodes ready info when it is done.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1381" y="2732237"/>
            <a:ext cx="7001920" cy="159011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381" y="4941676"/>
            <a:ext cx="8449733" cy="14040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8946" y="3474711"/>
            <a:ext cx="4797528" cy="31999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1.a&amp;b: Setting Up </a:t>
            </a:r>
            <a:r>
              <a:rPr lang="en-US" altLang="zh-CN" dirty="0" err="1"/>
              <a:t>MetaMask</a:t>
            </a:r>
            <a:r>
              <a:rPr lang="en-US" altLang="zh-CN" dirty="0"/>
              <a:t> Wallet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Step 1: Install add-ons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Step 2: Connect to the emulated Ethereum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867" y="2385703"/>
            <a:ext cx="6475640" cy="10432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1.c: Recovering Accounts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Firstly Lock your account</a:t>
            </a:r>
            <a:endParaRPr lang="en-US" altLang="zh-CN" dirty="0"/>
          </a:p>
          <a:p>
            <a:r>
              <a:rPr lang="en-US" altLang="zh-CN" dirty="0"/>
              <a:t>Then press “forgot password”</a:t>
            </a:r>
            <a:endParaRPr lang="en-US" altLang="zh-CN" dirty="0"/>
          </a:p>
          <a:p>
            <a:pPr lvl="1"/>
            <a:r>
              <a:rPr lang="en-US" altLang="zh-CN" dirty="0"/>
              <a:t>Why do we need strange phrases?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6679" y="1593694"/>
            <a:ext cx="2943636" cy="38867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625" y="3474720"/>
            <a:ext cx="6259484" cy="25203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1.c: Recovering Accounts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 an account has?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4928" y="2457159"/>
            <a:ext cx="3238952" cy="292458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44931" y="5656413"/>
            <a:ext cx="32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It has an address, or public key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415" y="2263081"/>
            <a:ext cx="2360739" cy="311866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569880" y="5656413"/>
            <a:ext cx="323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And a private key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1.d: Send some coins to others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Operate on the UI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Then check the chain log on localhost:5000</a:t>
            </a:r>
            <a:endParaRPr lang="zh-CN" altLang="en-US" dirty="0"/>
          </a:p>
        </p:txBody>
      </p:sp>
      <p:pic>
        <p:nvPicPr>
          <p:cNvPr id="8" name="内容占位符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3162" y="1959999"/>
            <a:ext cx="781159" cy="12479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Transaction Log on the Chain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91436" y="1910292"/>
            <a:ext cx="5755128" cy="4351338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Task2: Interacting with Ether Using Python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90696" y="1829781"/>
            <a:ext cx="5893241" cy="4351338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3: Logging into a Geth node</a:t>
            </a: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4092633" y="2730730"/>
            <a:ext cx="1292629" cy="8104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Geth</a:t>
            </a:r>
            <a:endParaRPr lang="zh-CN" altLang="en-US" b="1" dirty="0"/>
          </a:p>
        </p:txBody>
      </p:sp>
      <p:sp>
        <p:nvSpPr>
          <p:cNvPr id="5" name="矩形: 圆角 4"/>
          <p:cNvSpPr/>
          <p:nvPr/>
        </p:nvSpPr>
        <p:spPr>
          <a:xfrm>
            <a:off x="1036318" y="2734886"/>
            <a:ext cx="1367444" cy="8104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MetaMask</a:t>
            </a:r>
            <a:endParaRPr lang="zh-CN" altLang="en-US" b="1" dirty="0"/>
          </a:p>
        </p:txBody>
      </p:sp>
      <p:sp>
        <p:nvSpPr>
          <p:cNvPr id="6" name="箭头: 下 5"/>
          <p:cNvSpPr/>
          <p:nvPr/>
        </p:nvSpPr>
        <p:spPr>
          <a:xfrm rot="16200000">
            <a:off x="3126970" y="2499908"/>
            <a:ext cx="378229" cy="12427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644831" y="2566407"/>
            <a:ext cx="12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JSON-RPC</a:t>
            </a:r>
            <a:endParaRPr lang="zh-CN" altLang="en-US" dirty="0"/>
          </a:p>
        </p:txBody>
      </p:sp>
      <p:sp>
        <p:nvSpPr>
          <p:cNvPr id="8" name="箭头: 下 7"/>
          <p:cNvSpPr/>
          <p:nvPr/>
        </p:nvSpPr>
        <p:spPr>
          <a:xfrm rot="10800000">
            <a:off x="4590008" y="3644985"/>
            <a:ext cx="367839" cy="6984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277197" y="3671026"/>
            <a:ext cx="818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Shell/SSH</a:t>
            </a:r>
            <a:endParaRPr lang="zh-CN" altLang="en-US" dirty="0"/>
          </a:p>
        </p:txBody>
      </p:sp>
      <p:sp>
        <p:nvSpPr>
          <p:cNvPr id="10" name="矩形: 圆角 9"/>
          <p:cNvSpPr/>
          <p:nvPr/>
        </p:nvSpPr>
        <p:spPr>
          <a:xfrm>
            <a:off x="4090205" y="4442861"/>
            <a:ext cx="1367444" cy="8104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Console</a:t>
            </a:r>
            <a:endParaRPr lang="zh-CN" altLang="en-US" b="1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9147" y="3223115"/>
            <a:ext cx="5664543" cy="9570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Task4: Adding a Geth Node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 empty container called new eth node</a:t>
            </a:r>
            <a:endParaRPr lang="en-US" altLang="zh-CN" dirty="0"/>
          </a:p>
          <a:p>
            <a:r>
              <a:rPr lang="en-US" altLang="zh-CN" dirty="0"/>
              <a:t>You need to start Geth on it.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Firstly get the latest chain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Use start.sh to start Geth</a:t>
            </a:r>
            <a:endParaRPr lang="en-US" altLang="zh-CN" dirty="0"/>
          </a:p>
          <a:p>
            <a:r>
              <a:rPr lang="en-US" altLang="zh-CN" dirty="0"/>
              <a:t>Check the peers to the node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890" y="3769017"/>
            <a:ext cx="9401871" cy="647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1483</Words>
  <Application>WPS 演示</Application>
  <PresentationFormat>宽屏</PresentationFormat>
  <Paragraphs>98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等线 Light</vt:lpstr>
      <vt:lpstr>等线</vt:lpstr>
      <vt:lpstr>微软雅黑</vt:lpstr>
      <vt:lpstr>Arial Unicode MS</vt:lpstr>
      <vt:lpstr>Calibri</vt:lpstr>
      <vt:lpstr>Office 主题​​</vt:lpstr>
      <vt:lpstr>Ethereum Emulation Lab</vt:lpstr>
      <vt:lpstr>Why Emulation？</vt:lpstr>
      <vt:lpstr>The Ethereum Emulator</vt:lpstr>
      <vt:lpstr>PowerPoint 演示文稿</vt:lpstr>
      <vt:lpstr>Docker Preparation</vt:lpstr>
      <vt:lpstr>Task 1.a&amp;b: Setting Up MetaMask Wallet</vt:lpstr>
      <vt:lpstr>Task 1.c: Recovering Accounts</vt:lpstr>
      <vt:lpstr>Task 1.c: Recovering Accounts</vt:lpstr>
      <vt:lpstr>Task 1.d: Send some coins to others</vt:lpstr>
      <vt:lpstr>Transaction Log on the Chain</vt:lpstr>
      <vt:lpstr>Task2: Interacting with Ether Using Python</vt:lpstr>
      <vt:lpstr>Task 3: Logging into a Geth node</vt:lpstr>
      <vt:lpstr>Task4: Adding a Geth Node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Ethereum Emulation Lab</dc:title>
  <dc:creator>chou zhe</dc:creator>
  <cp:lastModifiedBy>周喆</cp:lastModifiedBy>
  <cp:revision>9</cp:revision>
  <dcterms:created xsi:type="dcterms:W3CDTF">2024-05-17T08:44:00Z</dcterms:created>
  <dcterms:modified xsi:type="dcterms:W3CDTF">2026-06-08T00:41:50Z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8F05328EDF9B4E69AD4B5C238F900E72_12</vt:lpwstr>
  </property>
</Properties>
</file>