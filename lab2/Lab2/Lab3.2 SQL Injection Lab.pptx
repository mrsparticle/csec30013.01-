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C61C5-D5A9-43B7-858C-FD2A93F60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2139F6-185D-4192-AE69-7DBCE5B19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CB8C3-9C71-4BCB-A46B-211BBE3B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E8570-2FFF-456A-8658-5C75DC96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01D4E-B8AD-4C8A-952C-F0E9DAF4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24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BD0C5-81C8-46FA-82CF-424D4466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06944-8C1B-4FB7-A942-69B8C22AB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DC33F4-FB53-44F3-B48C-26F1936C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009023-124C-45AB-AD08-79B212C5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9F3326-464C-4DB5-9608-B07B9984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48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2DB90-A774-4A11-A675-D06DBF42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B3590A-18A4-460C-BC0C-3C62640F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D834EB-E67B-438A-9401-A609E0B7B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B537A-F0B2-4D6B-BF91-C9628D5C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26F86-06F9-499A-A64F-5252F634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08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A7E8E-329D-4DDC-BC73-47F6F22A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4FA57D-D34E-436B-BD05-B9D7DDC0A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B3F64F-3762-4152-852F-501E7645D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4CDCDC-8E9A-4E00-8C89-E09EFE34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AEFAA8-F360-4C9A-9DB6-69F61E80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1135C8-5AB6-4716-B26B-6786D035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7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2847D-B448-4268-9F3C-AAD0CE38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B1239-F998-4DCF-BB24-E91C8A58A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6526C4-32CA-4CFF-899C-D8987A2D4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6A3762-8BFE-404E-BC3A-D42A6F6C4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70B299-4C95-4CBD-902A-7C14A00FE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364784-7BE0-45D7-83C7-DA6F6D92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3AFA1C-4E8F-4526-9445-F54227CC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D2038B-83F8-4018-9FDE-3779B098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54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49058-26C7-46EA-9398-35A7961A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21AFE9-6E37-4018-8F8C-908DB6A4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74E936-FB4A-4BA8-B22B-AA2CA937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375A2D-C3FB-4276-AADE-D1C741F9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1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E5AF66-BA7D-472B-90B2-2445B8EF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F27E0E-CEDF-4A03-86D7-FEC4D319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113A32-2B18-4A37-9739-F92E4561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2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65C0F-CCFE-41AD-8447-6347ED5A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2D1B1-2F57-42FA-B193-CA2C012B4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FBB078-89D6-4FFA-AFDA-072A74842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F794F3-BD8E-4A95-8A5B-E1989C45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573967-F270-4B28-8B0B-A4EBD8FF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8029E8-C8C8-4956-9ABC-29CC8158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0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F1FCE-F71A-4910-8164-508CD488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E72DAB-5A9B-46AD-B47D-CD32880E7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BE514C-7D2A-4A2D-A615-17AEB8D3C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2B5966-465D-4083-908C-A5473BA5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D3EC1-9965-4514-8424-52B64C1E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74AF0D-057A-4284-9AAB-02A465FB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90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51571-E2A1-4D37-B9D8-A25C44796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122BB-2568-471A-8076-67D2F06F8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94325-BC98-4598-AA39-74F7FCC5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78FBB-4282-46CB-ABBB-8215A681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92F4A-3125-4515-9823-EDFA1306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3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E02FE2-F9D5-49D3-B3D6-BC296B65F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3E9659-1E2B-4D46-94A7-C12C7F885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C1AE0-0E71-4139-89FB-EC8B503F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41CCB6-9F54-43A8-A0B7-88F4507CD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55B96-702F-4C58-AF24-87B8E3E5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27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46EE74-40E3-4ED3-8346-2CC081B3A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C7668-623F-4173-8C31-8CF06A70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2CE9D0-0CD3-4840-ABF6-F3D47512C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91D36-72D1-4544-917C-D2F0312A3D21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E20CD9-91B9-4EDB-B4CA-79AF1F15B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02B2E-C2C6-4013-B06C-8D416532A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0DCD5-5872-48EA-9448-C4830EFF43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03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ed-serv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CF778-1DC9-448A-8121-42389EE23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SQL Injection Lab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5414FF-5406-4DBB-AF94-FB7B1EE6E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2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9AE98-CB75-477B-9BA4-623E1C57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Preparation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9BA28-2FB2-438C-9DE0-B4E90A190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Web container</a:t>
            </a:r>
          </a:p>
          <a:p>
            <a:pPr lvl="1"/>
            <a:r>
              <a:rPr lang="en-US" altLang="zh-CN" dirty="0" err="1"/>
              <a:t>ip</a:t>
            </a:r>
            <a:r>
              <a:rPr lang="en-US" altLang="zh-CN" dirty="0"/>
              <a:t> address: www-10.9.0.5</a:t>
            </a:r>
          </a:p>
          <a:p>
            <a:pPr lvl="1"/>
            <a:r>
              <a:rPr lang="en-US" altLang="zh-CN" dirty="0"/>
              <a:t>It hosts a website </a:t>
            </a:r>
            <a:r>
              <a:rPr lang="en-US" altLang="zh-CN" dirty="0">
                <a:hlinkClick r:id="rId2"/>
              </a:rPr>
              <a:t>www.seed-server.com</a:t>
            </a:r>
            <a:endParaRPr lang="en-US" altLang="zh-CN" dirty="0"/>
          </a:p>
          <a:p>
            <a:pPr lvl="1"/>
            <a:r>
              <a:rPr lang="en-US" altLang="zh-CN" dirty="0"/>
              <a:t>It is a employee management website</a:t>
            </a:r>
          </a:p>
          <a:p>
            <a:pPr lvl="1"/>
            <a:r>
              <a:rPr lang="en-US" altLang="zh-CN" dirty="0"/>
              <a:t>You need to modify the host file of your host to direct the URL to the </a:t>
            </a:r>
            <a:r>
              <a:rPr lang="en-US" altLang="zh-CN" dirty="0" err="1"/>
              <a:t>ip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SQL Container</a:t>
            </a:r>
          </a:p>
          <a:p>
            <a:pPr lvl="1"/>
            <a:r>
              <a:rPr lang="en-US" altLang="zh-CN" dirty="0" err="1"/>
              <a:t>ip</a:t>
            </a:r>
            <a:r>
              <a:rPr lang="en-US" altLang="zh-CN" dirty="0"/>
              <a:t> address: 10.9.0.6</a:t>
            </a:r>
          </a:p>
          <a:p>
            <a:pPr lvl="1"/>
            <a:r>
              <a:rPr lang="en-US" altLang="zh-CN" dirty="0"/>
              <a:t>It mount database from host</a:t>
            </a:r>
          </a:p>
          <a:p>
            <a:pPr lvl="1"/>
            <a:r>
              <a:rPr lang="en-US" altLang="zh-CN" dirty="0"/>
              <a:t>So the </a:t>
            </a:r>
            <a:r>
              <a:rPr lang="en-US" altLang="zh-CN" dirty="0" err="1"/>
              <a:t>db</a:t>
            </a:r>
            <a:r>
              <a:rPr lang="en-US" altLang="zh-CN" dirty="0"/>
              <a:t> won’t get lost after you shutdown the container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73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60059-FBAC-4327-AD35-30124739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1: Get familiar with SQL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D88DE-3EEB-4571-8490-149D0AA1F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table to store employee information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the </a:t>
            </a:r>
            <a:r>
              <a:rPr lang="en-US" altLang="zh-CN" dirty="0" err="1"/>
              <a:t>sql</a:t>
            </a:r>
            <a:r>
              <a:rPr lang="en-US" altLang="zh-CN" dirty="0"/>
              <a:t> container, you may check the content</a:t>
            </a:r>
          </a:p>
          <a:p>
            <a:pPr lvl="1"/>
            <a:r>
              <a:rPr lang="en-US" altLang="zh-CN" dirty="0" err="1"/>
              <a:t>mysql</a:t>
            </a:r>
            <a:r>
              <a:rPr lang="en-US" altLang="zh-CN" dirty="0"/>
              <a:t> -u root -</a:t>
            </a:r>
            <a:r>
              <a:rPr lang="en-US" altLang="zh-CN" dirty="0" err="1"/>
              <a:t>pdees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9BD8FD-258A-45CB-9573-A837A8987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88" y="2298938"/>
            <a:ext cx="7601006" cy="19193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8C2A29-B4F4-406B-8B6D-6C30DF6A5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27" y="4856532"/>
            <a:ext cx="2676545" cy="12763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3D84AB7-F355-472C-83C4-8FBC2929D3F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7654" y="6054738"/>
            <a:ext cx="2543194" cy="37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6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A68EF-0771-4BC7-87C6-30C317A5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2: Attack Select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AE954F-24EF-4805-9DAE-83B558EA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Here is the backend code for this page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2069DD-4315-4EF7-907D-8D4A22F7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021" y="1825625"/>
            <a:ext cx="3924329" cy="30051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2909FD-694A-443B-8861-5B864149B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63" y="2555075"/>
            <a:ext cx="6267496" cy="1747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88AD993-8A1C-4B0B-A8EC-F8D5234BE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43" y="4357983"/>
            <a:ext cx="3710015" cy="202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1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90815-0727-42D3-B699-553F5917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2.1-2.2 Feeding Input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CF902-B893-4A98-B550-7078BEFC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Decide what the username ($</a:t>
            </a:r>
            <a:r>
              <a:rPr lang="en-US" altLang="zh-CN" dirty="0" err="1"/>
              <a:t>input_uname</a:t>
            </a:r>
            <a:r>
              <a:rPr lang="en-US" altLang="zh-CN" dirty="0"/>
              <a:t> in PHP) and password ($password in PHP) should be</a:t>
            </a:r>
          </a:p>
          <a:p>
            <a:pPr lvl="1"/>
            <a:r>
              <a:rPr lang="en-US" altLang="zh-CN" dirty="0"/>
              <a:t>The password will be hashed by sha1</a:t>
            </a:r>
          </a:p>
          <a:p>
            <a:pPr lvl="1"/>
            <a:r>
              <a:rPr lang="en-US" altLang="zh-CN" dirty="0"/>
              <a:t>You may manipulate username</a:t>
            </a:r>
          </a:p>
          <a:p>
            <a:pPr lvl="1"/>
            <a:r>
              <a:rPr lang="en-US" altLang="zh-CN" dirty="0"/>
              <a:t>-- or # of </a:t>
            </a:r>
            <a:r>
              <a:rPr lang="en-US" altLang="zh-CN" dirty="0" err="1"/>
              <a:t>sql</a:t>
            </a:r>
            <a:r>
              <a:rPr lang="en-US" altLang="zh-CN" dirty="0"/>
              <a:t> statement prevents running the rest</a:t>
            </a:r>
          </a:p>
          <a:p>
            <a:r>
              <a:rPr lang="en-US" altLang="zh-CN" dirty="0"/>
              <a:t>Enter them in the webpage or use curl to generate GET request</a:t>
            </a:r>
          </a:p>
          <a:p>
            <a:pPr lvl="1"/>
            <a:r>
              <a:rPr lang="en-US" altLang="zh-CN" dirty="0"/>
              <a:t>curl ’www.seed-server.com/</a:t>
            </a:r>
            <a:r>
              <a:rPr lang="en-US" altLang="zh-CN" dirty="0" err="1"/>
              <a:t>unsafe_home.php?username</a:t>
            </a:r>
            <a:r>
              <a:rPr lang="en-US" altLang="zh-CN" dirty="0"/>
              <a:t>=</a:t>
            </a:r>
            <a:r>
              <a:rPr lang="en-US" altLang="zh-CN" dirty="0" err="1"/>
              <a:t>alice&amp;Password</a:t>
            </a:r>
            <a:r>
              <a:rPr lang="en-US" altLang="zh-CN" dirty="0"/>
              <a:t>=11’</a:t>
            </a:r>
          </a:p>
          <a:p>
            <a:pPr lvl="1"/>
            <a:r>
              <a:rPr lang="en-US" altLang="zh-CN" dirty="0"/>
              <a:t>Bear in mind that the strings are firstly parsed by shell</a:t>
            </a:r>
          </a:p>
          <a:p>
            <a:pPr lvl="1"/>
            <a:r>
              <a:rPr lang="en-US" altLang="zh-CN" dirty="0"/>
              <a:t>curl </a:t>
            </a:r>
            <a:r>
              <a:rPr lang="en-US" altLang="zh-CN" dirty="0" err="1"/>
              <a:t>args</a:t>
            </a:r>
            <a:r>
              <a:rPr lang="en-US" altLang="zh-CN" dirty="0"/>
              <a:t> may not be allowed to have ‘</a:t>
            </a:r>
          </a:p>
          <a:p>
            <a:pPr lvl="1"/>
            <a:r>
              <a:rPr lang="en-US" altLang="zh-CN" dirty="0"/>
              <a:t>You may use %27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454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DB7BB-4F61-408C-9DF1-7E46640D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2.3 Append New SQL Statement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2CB7FE-1035-4426-ABA9-2F621F568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You may not be able to run another </a:t>
            </a:r>
            <a:r>
              <a:rPr lang="en-US" altLang="zh-CN" dirty="0" err="1"/>
              <a:t>stmt</a:t>
            </a:r>
            <a:endParaRPr lang="en-US" altLang="zh-CN" dirty="0"/>
          </a:p>
          <a:p>
            <a:pPr lvl="1"/>
            <a:r>
              <a:rPr lang="en-US" altLang="zh-CN" dirty="0" err="1"/>
              <a:t>mysqli_query</a:t>
            </a:r>
            <a:r>
              <a:rPr lang="en-US" altLang="zh-CN" dirty="0"/>
              <a:t>() does not allow multi-query. </a:t>
            </a:r>
          </a:p>
          <a:p>
            <a:pPr lvl="1"/>
            <a:r>
              <a:rPr lang="en-US" altLang="zh-CN" dirty="0"/>
              <a:t>You need </a:t>
            </a:r>
            <a:r>
              <a:rPr lang="en-US" altLang="zh-CN" dirty="0" err="1"/>
              <a:t>mysqli_multi_query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97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54087-487D-4180-A710-88162D1C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3 Injection on UPDATE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7A79274-49EB-4467-A093-8D3748688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6052" y="2068709"/>
            <a:ext cx="3381400" cy="17288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4DDDD8-6890-4D83-9D8C-C3DC144DA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549" y="1771638"/>
            <a:ext cx="4157693" cy="33147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FB7CC0-FE06-4283-808C-7F2531C81890}"/>
              </a:ext>
            </a:extLst>
          </p:cNvPr>
          <p:cNvSpPr txBox="1"/>
          <p:nvPr/>
        </p:nvSpPr>
        <p:spPr>
          <a:xfrm>
            <a:off x="286789" y="4118956"/>
            <a:ext cx="66169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Task 3.1 &amp; 3.2: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Modify your and others’ salary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You may manipulate nickname to add the salary item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Task 3.3: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Modify password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You may need to know the sha1 value of a given password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http://www.sha1-online.com/</a:t>
            </a:r>
          </a:p>
        </p:txBody>
      </p:sp>
    </p:spTree>
    <p:extLst>
      <p:ext uri="{BB962C8B-B14F-4D97-AF65-F5344CB8AC3E}">
        <p14:creationId xmlns:p14="http://schemas.microsoft.com/office/powerpoint/2010/main" val="382519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AE3A7-4CD2-4FA2-BA03-C2DE8E3C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4 Prepare Statement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0310C-A782-4A6C-A260-7ED7135AF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Prepare the statement first</a:t>
            </a:r>
          </a:p>
          <a:p>
            <a:pPr lvl="1"/>
            <a:r>
              <a:rPr lang="en-US" altLang="zh-CN" dirty="0"/>
              <a:t>So the command syntax is fixed</a:t>
            </a:r>
          </a:p>
          <a:p>
            <a:r>
              <a:rPr lang="en-US" altLang="zh-CN" dirty="0"/>
              <a:t>Bind the parameters</a:t>
            </a:r>
          </a:p>
          <a:p>
            <a:pPr lvl="1"/>
            <a:r>
              <a:rPr lang="en-US" altLang="zh-CN" dirty="0"/>
              <a:t>They have no chance to modify the syntax</a:t>
            </a:r>
          </a:p>
          <a:p>
            <a:r>
              <a:rPr lang="en-US" altLang="zh-CN" dirty="0"/>
              <a:t>Executes</a:t>
            </a:r>
          </a:p>
          <a:p>
            <a:r>
              <a:rPr lang="en-US" altLang="zh-CN" dirty="0"/>
              <a:t>Bind results to PHP variables</a:t>
            </a:r>
          </a:p>
          <a:p>
            <a:r>
              <a:rPr lang="en-US" altLang="zh-CN" dirty="0"/>
              <a:t>Fetch results.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65132D-8914-4E28-8216-C9B1864E9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496" y="4129249"/>
            <a:ext cx="5643604" cy="15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33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326</Words>
  <Application>Microsoft Office PowerPoint</Application>
  <PresentationFormat>宽屏</PresentationFormat>
  <Paragraphs>51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SQL Injection Lab</vt:lpstr>
      <vt:lpstr>Preparation</vt:lpstr>
      <vt:lpstr>Task 1: Get familiar with SQL</vt:lpstr>
      <vt:lpstr>Task 2: Attack Select</vt:lpstr>
      <vt:lpstr>Task 2.1-2.2 Feeding Input</vt:lpstr>
      <vt:lpstr>Task 2.3 Append New SQL Statement</vt:lpstr>
      <vt:lpstr>Task 3 Injection on UPDATE</vt:lpstr>
      <vt:lpstr>Task 4 Prepare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 Lab</dc:title>
  <dc:creator>chou zhe</dc:creator>
  <cp:lastModifiedBy>chou zhe</cp:lastModifiedBy>
  <cp:revision>7</cp:revision>
  <dcterms:created xsi:type="dcterms:W3CDTF">2023-05-31T06:43:05Z</dcterms:created>
  <dcterms:modified xsi:type="dcterms:W3CDTF">2023-05-31T07:36:04Z</dcterms:modified>
</cp:coreProperties>
</file>