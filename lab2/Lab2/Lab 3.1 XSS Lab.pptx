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8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2DAEE-523F-4976-9130-F089E102C0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55F3A8-74A1-4993-83E0-1FE0B71DC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1EB83B-5B04-401B-8267-7B3B7420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D521D-29D1-4176-B75B-399699CA6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D4B550-584D-472E-8D34-99031836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931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EB73E-99DD-4123-84C0-69ECD5BB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D22F74-ACEF-41ED-9F7A-1578CD23D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49EFFA-6BC4-4261-B9EC-A84FC0681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9C30FB-A7B4-4E26-AA22-72268A607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F2AA1-6530-4F79-9642-029576AF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69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46F3DA-8D3A-45FA-98FC-B42A9D717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F87A8C-29ED-4597-A5E5-5FD75B69C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84F4EA-A609-44EA-B018-EE470D1C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E0C5D-246B-4ACD-BE92-7503FB3D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909ED2-C529-464F-97BF-E829E726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61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5DF25-A5C1-46BB-A2E4-9470C2936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73D670-8A8C-425E-836D-C99ED9307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E2C0A0-F3D7-4E16-9D3F-8586C89F4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A5C255-CCB5-41C2-8742-D0D2D2BF3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0CBD7C-7E6B-4032-9F1D-47278FE7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9EAC70-F83D-415F-928D-B2A35AF1E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817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73630-43D9-44B9-8165-9BADEBFBD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7C9A1E-61DB-4225-8121-363AAD9E6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6B9495-1077-42C4-9091-C55C759B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81E69D6-ECD4-470C-A5A6-65C9234B3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AB87AB2-9321-40EA-9992-B7487111F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6AFB92-E76A-4402-B541-4207AFEB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2183BFD-EFB8-40D2-8473-A0FD8CCC4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83A0E9-44D2-4C13-94BB-995B89BB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38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DAA22-2EC4-4537-8E32-823A2A47E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35C5437-3B72-48AC-A5B6-4F003FE3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F4BDCB-8693-47EB-BB04-D8F5DD23B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33D972-8FBC-4167-A6D0-2F12170D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85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511B22-37BD-43D4-8695-DD3B5E79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911E67-287C-4BF2-A805-3E91C0ED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D34C04E-7346-43E3-9AA1-FDEF6088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7143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4511E-174D-4AEE-822F-5066678B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704BF1-F1A1-4F85-B3B0-387B97E20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0AFE68-4DB9-48A7-9E9E-0AA8894F5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3A2ECC-E1D1-4D3E-883F-AA7E2E1F7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C4EC55-9D35-4621-B09B-794140333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CE4DDA-B40F-48F3-8C70-968DA160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D011FB-5D84-421E-8B5F-D09830286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C2A1C1-967D-495E-8359-D148B4EFC8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4BC4C9-5567-4C7F-97E3-C6902BF04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F61D87-416C-4210-B0C9-0B416E13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7304E7-C413-4513-9BC4-113D1FA1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9DEA7B-0891-44A2-856A-DF218DBE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734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C21A5F-E493-40E0-B1E4-D7712E0A6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A0314CD-BC84-4714-93AA-7B2CE7DE97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238EDC-FB79-4AF4-9AD9-3B278F9B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C54376-CB32-4CA0-B669-F2F466182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F11EC-CDFA-4F21-A101-B2364E806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81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CED8F6-5C1D-476B-9DA5-D0A5026958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F6C7938-F849-4A7C-9C27-9410AB6FE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3E66B0-36CF-4DED-B503-79B74B62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C27AA-094B-497B-9FC2-24C2DB36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C927FC-693B-4CBC-9A45-E5618383C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06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C632ED8-2AE6-43A8-95B5-973718FF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D1C678-388F-4BE1-95B1-BDE3C221E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364802-B7C7-49EE-B55B-E59B34590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7B0D4-FE54-42C0-A54D-5F56CA16F1E0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4AB159-A3EA-4316-8D85-9FC903B48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EF5760-763E-4FA7-A038-F255C9719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3CF15-DEB0-4AA0-8741-BCF2EC0932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80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D272B-FBF2-4C18-ACAF-F6FEEF6C93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XSS Lab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91AA9F-9F9A-4035-BD11-02CE116D0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973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13411-1367-4955-8285-9ACCE0DC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Preparation </a:t>
            </a:r>
            <a:r>
              <a:rPr lang="en-US" altLang="zh-CN" dirty="0" err="1"/>
              <a:t>Elgg</a:t>
            </a:r>
            <a:r>
              <a:rPr lang="en-US" altLang="zh-CN" dirty="0"/>
              <a:t> website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FD9A25-70C4-42DE-9870-6CF8EAFEB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Set DNS records for the social network website.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B82AF97-54E8-43D5-8CCD-C7C0411CC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937" y="2853859"/>
            <a:ext cx="7073757" cy="216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6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8C113-9FAB-4ADB-8710-073CF784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Get Familiar with XSS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5A2758-2215-4EC2-B788-B2577D3B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Task 1: Inject script to your profile</a:t>
            </a:r>
          </a:p>
          <a:p>
            <a:pPr lvl="1"/>
            <a:r>
              <a:rPr lang="en-US" altLang="zh-CN" dirty="0"/>
              <a:t>Directly set your profile info to script tag</a:t>
            </a:r>
          </a:p>
          <a:p>
            <a:r>
              <a:rPr lang="en-US" altLang="zh-CN" dirty="0"/>
              <a:t>Task 2 &amp; 3: Steal cookie by XSS</a:t>
            </a:r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Change your profile to the script tag</a:t>
            </a:r>
          </a:p>
          <a:p>
            <a:pPr lvl="1"/>
            <a:r>
              <a:rPr lang="en-US" altLang="zh-CN" dirty="0"/>
              <a:t>It encodes cookie into GET request query string</a:t>
            </a:r>
          </a:p>
          <a:p>
            <a:pPr lvl="1"/>
            <a:r>
              <a:rPr lang="en-US" altLang="zh-CN" dirty="0"/>
              <a:t>You may receive the request with </a:t>
            </a:r>
            <a:r>
              <a:rPr lang="en-US" altLang="zh-CN" dirty="0" err="1"/>
              <a:t>nc</a:t>
            </a:r>
            <a:r>
              <a:rPr lang="en-US" altLang="zh-CN" dirty="0"/>
              <a:t> (similar to buffer overflow lab)</a:t>
            </a: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E11C47C-C5CC-47C1-96FF-97EE8E359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368" y="3337282"/>
            <a:ext cx="79248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54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BD737-EC64-4A01-8FCE-382FF374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4: XSS to add friend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0701C-F35B-41A9-8981-90ABBBCA0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Try to inject codes to add a victim as your friend, by forging AJAX requests.</a:t>
            </a:r>
          </a:p>
          <a:p>
            <a:r>
              <a:rPr lang="en-US" altLang="zh-CN" dirty="0"/>
              <a:t>What does </a:t>
            </a:r>
            <a:r>
              <a:rPr lang="en-US" altLang="zh-CN" dirty="0" err="1"/>
              <a:t>ts</a:t>
            </a:r>
            <a:r>
              <a:rPr lang="en-US" altLang="zh-CN" dirty="0"/>
              <a:t> and token do?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5975DB-62C1-4D3B-9D6B-DDABBF871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032" y="3278658"/>
            <a:ext cx="7313489" cy="3445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62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09F26E-2743-4E36-8358-AA2AB76C7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5 &amp; 6: Make a XSS Worm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8A47DA-B85B-448A-BB35-790F02DAC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Task 5: Modify the victim’s profile </a:t>
            </a:r>
          </a:p>
          <a:p>
            <a:pPr lvl="1"/>
            <a:r>
              <a:rPr lang="en-US" altLang="zh-CN" dirty="0"/>
              <a:t>By forging a POST request.</a:t>
            </a:r>
          </a:p>
          <a:p>
            <a:r>
              <a:rPr lang="en-US" altLang="zh-CN" dirty="0"/>
              <a:t>Task 6: Self-Propagate</a:t>
            </a:r>
          </a:p>
          <a:p>
            <a:pPr lvl="1"/>
            <a:r>
              <a:rPr lang="en-US" altLang="zh-CN" dirty="0"/>
              <a:t>Firstly put codes for task 4 in the profile to add </a:t>
            </a:r>
            <a:r>
              <a:rPr lang="en-US" altLang="zh-CN" dirty="0" err="1"/>
              <a:t>Samy</a:t>
            </a:r>
            <a:r>
              <a:rPr lang="en-US" altLang="zh-CN" dirty="0"/>
              <a:t> as friend.</a:t>
            </a:r>
          </a:p>
          <a:p>
            <a:pPr lvl="1"/>
            <a:r>
              <a:rPr lang="en-US" altLang="zh-CN" dirty="0"/>
              <a:t>Then use the code of task 5 to change the profile to the script itself.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758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27D39-A5B5-4E8E-BAAD-ABDEF991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7 CSP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744C85F6-D206-450C-97BA-F02415E4702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90688"/>
            <a:ext cx="6030067" cy="22095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516B2D6-FEC0-4AC8-A45C-1B99DAE2B2D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132687" y="3862615"/>
            <a:ext cx="5993379" cy="23070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BA8660-5ACE-406D-A3FF-83AB442A835B}"/>
              </a:ext>
            </a:extLst>
          </p:cNvPr>
          <p:cNvSpPr txBox="1"/>
          <p:nvPr/>
        </p:nvSpPr>
        <p:spPr>
          <a:xfrm>
            <a:off x="430485" y="2102943"/>
            <a:ext cx="570220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Script from different sources: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800" dirty="0"/>
              <a:t>Inline scripts with different nonces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2800" dirty="0"/>
              <a:t>Script from different domains.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67131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3FEE9E-FAF5-4ED3-9213-1C16F28F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7 CSP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97B33E-5A7E-4F96-A4D6-459ED8209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Set CSP policy to restrict the source of JS.</a:t>
            </a:r>
          </a:p>
          <a:p>
            <a:pPr lvl="1"/>
            <a:r>
              <a:rPr lang="en-US" altLang="zh-CN" dirty="0"/>
              <a:t>By Apache virtual host settings.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By PHP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So some </a:t>
            </a:r>
            <a:r>
              <a:rPr lang="en-US" altLang="zh-CN" dirty="0" err="1"/>
              <a:t>js</a:t>
            </a:r>
            <a:r>
              <a:rPr lang="en-US" altLang="zh-CN" dirty="0"/>
              <a:t> codes may not work, and failed will be displayed.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1ADAEE-B12F-45F6-9214-7226BAFB9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646" y="2706713"/>
            <a:ext cx="3984725" cy="14445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C9609B1-179C-404E-AD78-C53A5FD86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4795" y="4244609"/>
            <a:ext cx="5431312" cy="13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26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213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等线</vt:lpstr>
      <vt:lpstr>等线 Light</vt:lpstr>
      <vt:lpstr>Arial</vt:lpstr>
      <vt:lpstr>Wingdings</vt:lpstr>
      <vt:lpstr>Office 主题​​</vt:lpstr>
      <vt:lpstr>XSS Lab</vt:lpstr>
      <vt:lpstr>Preparation Elgg website</vt:lpstr>
      <vt:lpstr>Get Familiar with XSS</vt:lpstr>
      <vt:lpstr>Task 4: XSS to add friend</vt:lpstr>
      <vt:lpstr>Task 5 &amp; 6: Make a XSS Worm</vt:lpstr>
      <vt:lpstr>Task 7 CSP</vt:lpstr>
      <vt:lpstr>Task 7 CSP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XSS Lab</dc:title>
  <dc:creator>chou zhe</dc:creator>
  <cp:lastModifiedBy>chou zhe</cp:lastModifiedBy>
  <cp:revision>7</cp:revision>
  <dcterms:created xsi:type="dcterms:W3CDTF">2024-04-19T16:45:57Z</dcterms:created>
  <dcterms:modified xsi:type="dcterms:W3CDTF">2025-04-18T11:28:59Z</dcterms:modified>
</cp:coreProperties>
</file>