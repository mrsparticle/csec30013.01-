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8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81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DB85-7E52-483A-A95B-A8299A6F5A0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02EB-AA52-4569-A1CA-D896E74B6C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DB85-7E52-483A-A95B-A8299A6F5A0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02EB-AA52-4569-A1CA-D896E74B6C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DB85-7E52-483A-A95B-A8299A6F5A0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02EB-AA52-4569-A1CA-D896E74B6C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DB85-7E52-483A-A95B-A8299A6F5A0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02EB-AA52-4569-A1CA-D896E74B6C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DB85-7E52-483A-A95B-A8299A6F5A0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02EB-AA52-4569-A1CA-D896E74B6C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DB85-7E52-483A-A95B-A8299A6F5A0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02EB-AA52-4569-A1CA-D896E74B6C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DB85-7E52-483A-A95B-A8299A6F5A0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02EB-AA52-4569-A1CA-D896E74B6C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DB85-7E52-483A-A95B-A8299A6F5A0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02EB-AA52-4569-A1CA-D896E74B6C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DB85-7E52-483A-A95B-A8299A6F5A0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02EB-AA52-4569-A1CA-D896E74B6C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DB85-7E52-483A-A95B-A8299A6F5A0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02EB-AA52-4569-A1CA-D896E74B6C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DB85-7E52-483A-A95B-A8299A6F5A0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02EB-AA52-4569-A1CA-D896E74B6C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FDB85-7E52-483A-A95B-A8299A6F5A0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002EB-AA52-4569-A1CA-D896E74B6C7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Network Security Labs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Settings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Local DNS server:</a:t>
            </a:r>
          </a:p>
          <a:p>
            <a:pPr lvl="1"/>
            <a:r>
              <a:rPr lang="en-US" dirty="0"/>
              <a:t>Use fixed 33333 port</a:t>
            </a:r>
          </a:p>
          <a:p>
            <a:pPr lvl="1"/>
            <a:r>
              <a:rPr lang="en-US" dirty="0"/>
              <a:t>Runs BIND 9 DNS( configuration file in /etc/bind/named.conf)</a:t>
            </a:r>
          </a:p>
          <a:p>
            <a:pPr lvl="1"/>
            <a:r>
              <a:rPr lang="en-US" dirty="0"/>
              <a:t>DNSSEC is turnned off</a:t>
            </a:r>
          </a:p>
          <a:p>
            <a:pPr lvl="1"/>
            <a:r>
              <a:rPr lang="en-US" dirty="0"/>
              <a:t>Use rndc to check and clear DNS cache</a:t>
            </a:r>
          </a:p>
          <a:p>
            <a:pPr lvl="0"/>
            <a:r>
              <a:rPr lang="en-US" dirty="0"/>
              <a:t>Attacker’s DNS server: resolve attacker32.com &amp; example.com</a:t>
            </a:r>
          </a:p>
        </p:txBody>
      </p:sp>
      <p:pic>
        <p:nvPicPr>
          <p:cNvPr id="6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518" y="1825625"/>
            <a:ext cx="4886361" cy="18526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 ns.attacker32.com in the </a:t>
            </a:r>
            <a:r>
              <a:rPr lang="en-US" b="1" dirty="0"/>
              <a:t>user’s</a:t>
            </a:r>
            <a:r>
              <a:rPr lang="en-US" dirty="0"/>
              <a:t> machine</a:t>
            </a:r>
          </a:p>
          <a:p>
            <a:pPr lvl="1"/>
            <a:r>
              <a:rPr lang="en-US" dirty="0"/>
              <a:t>Query the domain name of the attacker’s site.</a:t>
            </a:r>
          </a:p>
          <a:p>
            <a:pPr lvl="1"/>
            <a:r>
              <a:rPr lang="en-US" dirty="0"/>
              <a:t>It will be answered by the attacker’s DNS.</a:t>
            </a:r>
          </a:p>
          <a:p>
            <a:pPr lvl="1"/>
            <a:endParaRPr lang="en-US" dirty="0"/>
          </a:p>
          <a:p>
            <a:r>
              <a:rPr lang="en-US" dirty="0"/>
              <a:t>dig www.example.com</a:t>
            </a:r>
          </a:p>
          <a:p>
            <a:pPr lvl="1"/>
            <a:r>
              <a:rPr lang="en-US" dirty="0"/>
              <a:t>By default, answered by </a:t>
            </a:r>
            <a:r>
              <a:rPr lang="en-US" b="1" dirty="0"/>
              <a:t>local DNS </a:t>
            </a:r>
            <a:r>
              <a:rPr lang="en-US" dirty="0"/>
              <a:t>-&gt; </a:t>
            </a:r>
            <a:r>
              <a:rPr lang="en-US" b="1" dirty="0"/>
              <a:t>root</a:t>
            </a:r>
            <a:r>
              <a:rPr lang="en-US" dirty="0"/>
              <a:t> -&gt; </a:t>
            </a:r>
            <a:r>
              <a:rPr lang="en-US" b="1" dirty="0"/>
              <a:t>.com </a:t>
            </a:r>
            <a:r>
              <a:rPr lang="en-US" dirty="0"/>
              <a:t>-&gt; </a:t>
            </a:r>
            <a:r>
              <a:rPr lang="en-US" b="1" dirty="0"/>
              <a:t>example.com</a:t>
            </a:r>
          </a:p>
          <a:p>
            <a:r>
              <a:rPr lang="en-US" dirty="0"/>
              <a:t>dig @ns.attacker32.com </a:t>
            </a:r>
            <a:r>
              <a:rPr lang="en-US" dirty="0">
                <a:hlinkClick r:id="rId2"/>
              </a:rPr>
              <a:t>www.example.com</a:t>
            </a:r>
            <a:endParaRPr lang="en-US" dirty="0"/>
          </a:p>
          <a:p>
            <a:pPr lvl="1"/>
            <a:r>
              <a:rPr lang="en-US" dirty="0"/>
              <a:t>Specify not to use local DNS resolver</a:t>
            </a:r>
          </a:p>
          <a:p>
            <a:pPr lvl="1"/>
            <a:r>
              <a:rPr lang="en-US" dirty="0"/>
              <a:t>Answered by the attacker’s DNS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 Construct DNS Query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may use Python/C to construct DNS query</a:t>
            </a:r>
          </a:p>
          <a:p>
            <a:pPr lvl="1"/>
            <a:r>
              <a:rPr lang="en-US" dirty="0"/>
              <a:t>C is faster, which may be important in later tasks.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0"/>
            <a:r>
              <a:rPr lang="en-US" sz="2800" dirty="0"/>
              <a:t>Use wireshark to capture queries and replies.</a:t>
            </a:r>
          </a:p>
          <a:p>
            <a:pPr lvl="1"/>
            <a:r>
              <a:rPr lang="en-US" dirty="0"/>
              <a:t>The replies are important for later tasks.</a:t>
            </a:r>
          </a:p>
          <a:p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43" y="2822910"/>
            <a:ext cx="9500725" cy="18628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 Spoof DNS reply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forge replies for our query.</a:t>
            </a:r>
          </a:p>
          <a:p>
            <a:pPr lvl="1"/>
            <a:r>
              <a:rPr lang="en-US" dirty="0"/>
              <a:t>Replies have similar format to queries.</a:t>
            </a:r>
          </a:p>
          <a:p>
            <a:pPr lvl="1"/>
            <a:r>
              <a:rPr lang="en-US" dirty="0"/>
              <a:t>To feed the replies to the victim local DNS server</a:t>
            </a:r>
          </a:p>
          <a:p>
            <a:pPr lvl="0"/>
            <a:r>
              <a:rPr lang="en-US" dirty="0"/>
              <a:t>How to know what should be filled in the replies?</a:t>
            </a:r>
          </a:p>
          <a:p>
            <a:pPr lvl="1"/>
            <a:r>
              <a:rPr lang="en-US" sz="2400" dirty="0"/>
              <a:t>Use wireshark to capthre the replies in the task 2.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90" y="4089400"/>
            <a:ext cx="8128000" cy="276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Kaminsky in our settings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1865" y="1905635"/>
            <a:ext cx="77470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 Kaminsky Attack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 Method</a:t>
            </a:r>
          </a:p>
          <a:p>
            <a:pPr lvl="1"/>
            <a:r>
              <a:rPr lang="en-US" dirty="0"/>
              <a:t>Use python to generate query and reply.</a:t>
            </a:r>
          </a:p>
          <a:p>
            <a:pPr lvl="1"/>
            <a:r>
              <a:rPr lang="en-US" dirty="0"/>
              <a:t>Python is too slow to generate that many packets.</a:t>
            </a:r>
          </a:p>
          <a:p>
            <a:pPr lvl="1"/>
            <a:r>
              <a:rPr lang="en-US" dirty="0"/>
              <a:t>Use C to repeat sending replies with TXID changed.</a:t>
            </a:r>
          </a:p>
          <a:p>
            <a:pPr lvl="0"/>
            <a:r>
              <a:rPr lang="en-US" sz="2800" dirty="0"/>
              <a:t>Steps: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en-US" sz="2400" dirty="0"/>
              <a:t>Send a query with random domain prefix.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en-US" sz="2400" dirty="0"/>
              <a:t>Send a forged reply packet.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en-US" sz="2400" dirty="0"/>
              <a:t>repeat step 2 until all TXID tried.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 Verification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the DNS cache of Local DNS server.</a:t>
            </a:r>
          </a:p>
          <a:p>
            <a:pPr lvl="1"/>
            <a:r>
              <a:rPr lang="en-US" dirty="0" err="1"/>
              <a:t>rndc</a:t>
            </a:r>
            <a:r>
              <a:rPr lang="en-US" dirty="0"/>
              <a:t> </a:t>
            </a:r>
            <a:r>
              <a:rPr lang="en-US" dirty="0" err="1"/>
              <a:t>dumpdb</a:t>
            </a:r>
            <a:r>
              <a:rPr lang="en-US" dirty="0"/>
              <a:t> -cache &amp;&amp; </a:t>
            </a:r>
            <a:r>
              <a:rPr lang="en-US" dirty="0" err="1"/>
              <a:t>grep</a:t>
            </a:r>
            <a:r>
              <a:rPr lang="en-US" dirty="0"/>
              <a:t> attacker /</a:t>
            </a:r>
            <a:r>
              <a:rPr lang="en-US" dirty="0" err="1"/>
              <a:t>var</a:t>
            </a:r>
            <a:r>
              <a:rPr lang="en-US" dirty="0"/>
              <a:t>/cache/bind/</a:t>
            </a:r>
            <a:r>
              <a:rPr lang="en-US" dirty="0" err="1"/>
              <a:t>dump.db</a:t>
            </a:r>
            <a:endParaRPr lang="en-US" dirty="0"/>
          </a:p>
          <a:p>
            <a:r>
              <a:rPr lang="en-US" dirty="0"/>
              <a:t>Dig example.com again to see if example.com is resolved by the attacker’s NS server</a:t>
            </a:r>
          </a:p>
          <a:p>
            <a:pPr lvl="1"/>
            <a:r>
              <a:rPr lang="en-US" dirty="0"/>
              <a:t>dig www.example.com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主题​​</vt:lpstr>
      <vt:lpstr>Network Security Labs</vt:lpstr>
      <vt:lpstr>Lab Settings</vt:lpstr>
      <vt:lpstr>Verification</vt:lpstr>
      <vt:lpstr>Task 2 Construct DNS Query</vt:lpstr>
      <vt:lpstr>Task 3 Spoof DNS reply</vt:lpstr>
      <vt:lpstr>Kaminsky in our settings</vt:lpstr>
      <vt:lpstr>Task 4 Kaminsky Attack</vt:lpstr>
      <vt:lpstr>Task 5 Verification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 Labs</dc:title>
  <dc:creator>ZHOU, Zhe</dc:creator>
  <cp:lastModifiedBy>chou zhe</cp:lastModifiedBy>
  <cp:revision>14</cp:revision>
  <dcterms:created xsi:type="dcterms:W3CDTF">2024-05-05T13:44:53Z</dcterms:created>
  <dcterms:modified xsi:type="dcterms:W3CDTF">2025-04-18T10:54:44Z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05676CF1C2B6D349A48C3766114570B1_42</vt:lpwstr>
  </property>
  <property fmtid="{D5CDD505-2E9C-101B-9397-08002B2CF9AE}" pid="3" name="KSOProductBuildVer">
    <vt:lpwstr>2052-6.3.0.8471</vt:lpwstr>
  </property>
</Properties>
</file>